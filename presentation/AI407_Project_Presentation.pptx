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94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</a:rPr>
              <a:t>AI 407 Introduction to Robotics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3552"/>
                </a:solidFill>
              </a:rPr>
              <a:t>TurtleBot3 Autonomous Object Retrieval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F3552"/>
                </a:solidFill>
              </a:rPr>
              <a:t>and Placement in a Maze Environment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2606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ROS 2 Humble + Gazebo Simulation</a:t>
            </a:r>
            <a:endParaRPr lang="en-US" sz="1800" dirty="0"/>
          </a:p>
        </p:txBody>
      </p:sp>
      <p:pic>
        <p:nvPicPr>
          <p:cNvPr id="6" name="Image 0" descr="/mnt/data/image(169).png">    </p:cNvPr>
          <p:cNvPicPr>
            <a:picLocks noChangeAspect="1"/>
          </p:cNvPicPr>
          <p:nvPr/>
        </p:nvPicPr>
        <p:blipFill>
          <a:blip r:embed="rId1"/>
          <a:srcRect l="0" r="0" t="1884" b="1884"/>
          <a:stretch/>
        </p:blipFill>
        <p:spPr>
          <a:xfrm>
            <a:off x="7498080" y="868680"/>
            <a:ext cx="374904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62179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Team: [Names]     Lab Section: [Section]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92124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AI407 Robotics Project  | 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5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Goal and Requirements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E8EE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507492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Navigate a 7×7 maze from a given start cell.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Find two objects in the same unknown cell and display the discovered location.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Transport objects one at a time to the target cell.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Remember discovered paths to avoid repeated trial-and-error.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Return to the original starting point after both deliveries.</a:t>
            </a:r>
            <a:endParaRPr lang="en-US" sz="1800" dirty="0"/>
          </a:p>
        </p:txBody>
      </p:sp>
      <p:pic>
        <p:nvPicPr>
          <p:cNvPr id="5" name="Image 0" descr="/mnt/data/image(171).png">    </p:cNvPr>
          <p:cNvPicPr>
            <a:picLocks noChangeAspect="1"/>
          </p:cNvPicPr>
          <p:nvPr/>
        </p:nvPicPr>
        <p:blipFill>
          <a:blip r:embed="rId1"/>
          <a:srcRect l="0" r="0" t="14487" b="14487"/>
          <a:stretch/>
        </p:blipFill>
        <p:spPr>
          <a:xfrm>
            <a:off x="6217920" y="1143000"/>
            <a:ext cx="521208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5257800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5349240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Start: (1,3)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88920" y="5257800"/>
            <a:ext cx="2331720" cy="347472"/>
          </a:xfrm>
          <a:prstGeom prst="roundRect">
            <a:avLst>
              <a:gd name="adj" fmla="val 2105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62072" y="5349240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Objects: Found (5,4)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94960" y="5257800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68112" y="5349240"/>
            <a:ext cx="1728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Target: (1,7)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92124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AI407 Robotics Project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5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Gazebo Maze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E8EEF2"/>
            </a:solidFill>
            <a:prstDash val="solid"/>
          </a:ln>
        </p:spPr>
      </p:sp>
      <p:pic>
        <p:nvPicPr>
          <p:cNvPr id="4" name="Image 0" descr="/mnt/data/image(170).png">    </p:cNvPr>
          <p:cNvPicPr>
            <a:picLocks noChangeAspect="1"/>
          </p:cNvPicPr>
          <p:nvPr/>
        </p:nvPicPr>
        <p:blipFill>
          <a:blip r:embed="rId1"/>
          <a:srcRect l="0" r="0" t="2092" b="2092"/>
          <a:stretch/>
        </p:blipFill>
        <p:spPr>
          <a:xfrm>
            <a:off x="685800" y="1097280"/>
            <a:ext cx="512064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325880"/>
            <a:ext cx="4754880" cy="3474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Maze size: 3.5 m × 3.5 m.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7 rows × 7 columns, with 0.5 m cell spacing.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Wall height: 0.20 m; wall thickness: 0.015 m.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Start marker, target marker, robot model, and two objects are included.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Internal walls create turns, blocked paths, and dead ends.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92124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AI407 Robotics Project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5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E8EE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31720" y="2148840"/>
            <a:ext cx="9144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617720" y="2148840"/>
            <a:ext cx="9144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903720" y="2148840"/>
            <a:ext cx="9144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5800" y="15087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F6F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76479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552"/>
                </a:solidFill>
              </a:rPr>
              <a:t>Gazebo World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maze + robot + objects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15087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F6F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81528" y="176479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552"/>
                </a:solidFill>
              </a:rPr>
              <a:t>ROS 2 Launch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08960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loads world + node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57800" y="15087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F6F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67528" y="176479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552"/>
                </a:solidFill>
              </a:rPr>
              <a:t>Task Node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search + BFS + memory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543800" y="1508760"/>
            <a:ext cx="1828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F6F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53528" y="176479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552"/>
                </a:solidFill>
              </a:rPr>
              <a:t>Mission Output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80960" y="2103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delivery + return home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886200"/>
            <a:ext cx="101498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World file defines physical maze dimensions.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Launch file starts Gazebo and the mission node.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The node stores paths to the object, target, and start.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Objects are moved visually to represent pick-and-place.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92124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AI407 Robotics Project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5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E8EE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56232" y="2331720"/>
            <a:ext cx="5486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685032" y="2331720"/>
            <a:ext cx="5486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513832" y="2331720"/>
            <a:ext cx="5486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342632" y="2331720"/>
            <a:ext cx="5486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71432" y="2331720"/>
            <a:ext cx="5486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1600200"/>
            <a:ext cx="1143000" cy="1143000"/>
          </a:xfrm>
          <a:prstGeom prst="ellipse">
            <a:avLst/>
          </a:prstGeom>
          <a:solidFill>
            <a:srgbClr val="2F6F9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883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552"/>
                </a:solidFill>
              </a:rPr>
              <a:t>Start at (1,3)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1600200"/>
            <a:ext cx="1143000" cy="1143000"/>
          </a:xfrm>
          <a:prstGeom prst="ellipse">
            <a:avLst/>
          </a:prstGeom>
          <a:solidFill>
            <a:srgbClr val="2F6F9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1883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31720" y="29718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552"/>
                </a:solidFill>
              </a:rPr>
              <a:t>Search cells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1600200"/>
            <a:ext cx="1143000" cy="11430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883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160520" y="29718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552"/>
                </a:solidFill>
              </a:rPr>
              <a:t>Found (5,4)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1600200"/>
            <a:ext cx="1143000" cy="1143000"/>
          </a:xfrm>
          <a:prstGeom prst="ellipse">
            <a:avLst/>
          </a:prstGeom>
          <a:solidFill>
            <a:srgbClr val="2F6F9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1883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89320" y="29718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552"/>
                </a:solidFill>
              </a:rPr>
              <a:t>Pick object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55280" y="1600200"/>
            <a:ext cx="1143000" cy="1143000"/>
          </a:xfrm>
          <a:prstGeom prst="ellipse">
            <a:avLst/>
          </a:prstGeom>
          <a:solidFill>
            <a:srgbClr val="2F6F9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9328" y="1883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818120" y="29718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552"/>
                </a:solidFill>
              </a:rPr>
              <a:t>Go target (1,7)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784080" y="1600200"/>
            <a:ext cx="1143000" cy="1143000"/>
          </a:xfrm>
          <a:prstGeom prst="ellipse">
            <a:avLst/>
          </a:prstGeom>
          <a:solidFill>
            <a:srgbClr val="2F6F9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8128" y="1883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46920" y="297180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552"/>
                </a:solidFill>
              </a:rPr>
              <a:t>Repeat + return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343400"/>
            <a:ext cx="10241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Search phase uses trial-and-error style exploration.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Once the objects are found, routes are saved in memory.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The second delivery uses the remembered path instead of searching again.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92124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AI407 Robotics Project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5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E8EEF2"/>
            </a:solidFill>
            <a:prstDash val="solid"/>
          </a:ln>
        </p:spPr>
      </p:sp>
      <p:pic>
        <p:nvPicPr>
          <p:cNvPr id="4" name="Image 0" descr="/mnt/data/image(169).png">    </p:cNvPr>
          <p:cNvPicPr>
            <a:picLocks noChangeAspect="1"/>
          </p:cNvPicPr>
          <p:nvPr/>
        </p:nvPicPr>
        <p:blipFill>
          <a:blip r:embed="rId1"/>
          <a:srcRect l="0" r="0" t="535" b="535"/>
          <a:stretch/>
        </p:blipFill>
        <p:spPr>
          <a:xfrm>
            <a:off x="685800" y="1143000"/>
            <a:ext cx="5166360" cy="3886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0" y="1371600"/>
            <a:ext cx="466344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Gazebo maze loads successfully.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Robot starts at the correct cell marker.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Terminal output displays: Found (5,4).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Both objects are delivered to the target cell.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Robot returns to the starting position and stops.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92124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AI407 Robotics Project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5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Code Package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E8EE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54864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worlds/phase3_7x7_maze.world: Gazebo simulation environment.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launch/simulation.launch.py: starts Gazebo and the autonomous task node.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maze_task_node.py: mission logic, path memory, object pickup/drop, and return home.</a:t>
            </a:r>
            <a:endParaRPr lang="en-US" sz="1700" dirty="0"/>
          </a:p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maps/maze_graph.json: location metric notes and cell settings.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537960" y="1143000"/>
            <a:ext cx="4480560" cy="32004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12280" y="1600200"/>
            <a:ext cx="3931920" cy="2103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~/ai407_ws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colcon build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install/setup.bash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launch ai407_maze_project simulation.launch.py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2124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AI407 Robotics Project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5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868680"/>
            <a:ext cx="11064240" cy="0"/>
          </a:xfrm>
          <a:prstGeom prst="line">
            <a:avLst/>
          </a:prstGeom>
          <a:noFill/>
          <a:ln w="12700">
            <a:solidFill>
              <a:srgbClr val="E8EE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566928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The simulation demonstrates the complete required mission sequence.</a:t>
            </a:r>
            <a:endParaRPr lang="en-US" sz="2000" dirty="0"/>
          </a:p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Maze dimensions and object dimensions follow the project specification.</a:t>
            </a:r>
            <a:endParaRPr lang="en-US" sz="2000" dirty="0"/>
          </a:p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The robot uses path memory after discovering the object location.</a:t>
            </a:r>
            <a:endParaRPr lang="en-US" sz="2000" dirty="0"/>
          </a:p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The package is ready for Phase 3 video recording and final demo preparation.</a:t>
            </a:r>
            <a:endParaRPr lang="en-US" sz="2000" dirty="0"/>
          </a:p>
        </p:txBody>
      </p:sp>
      <p:pic>
        <p:nvPicPr>
          <p:cNvPr id="5" name="Image 0" descr="/mnt/data/image(170).png">    </p:cNvPr>
          <p:cNvPicPr>
            <a:picLocks noChangeAspect="1"/>
          </p:cNvPicPr>
          <p:nvPr/>
        </p:nvPicPr>
        <p:blipFill>
          <a:blip r:embed="rId1"/>
          <a:srcRect l="1997" r="1997" t="0" b="0"/>
          <a:stretch/>
        </p:blipFill>
        <p:spPr>
          <a:xfrm>
            <a:off x="6949440" y="1188720"/>
            <a:ext cx="411480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53035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552"/>
                </a:solidFill>
              </a:rPr>
              <a:t>Mission complete: Search → Pick → Deliver → Repeat → Return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921240" y="6446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AI407 Robotics Project  | 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University of Prince Mugrin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AI407 Robotics Project</dc:title>
  <dc:subject>TurtleBot3 Autonomous Object Retrieval and Placement</dc:subject>
  <dc:creator>AI407 Team</dc:creator>
  <cp:lastModifiedBy>AI407 Team</cp:lastModifiedBy>
  <cp:revision>1</cp:revision>
  <dcterms:created xsi:type="dcterms:W3CDTF">2026-05-17T14:34:27Z</dcterms:created>
  <dcterms:modified xsi:type="dcterms:W3CDTF">2026-05-17T14:34:27Z</dcterms:modified>
</cp:coreProperties>
</file>